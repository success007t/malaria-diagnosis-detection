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8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25089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8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1097280"/>
            <a:ext cx="4114800" cy="4114800"/>
          </a:xfrm>
          <a:prstGeom prst="ellipse">
            <a:avLst/>
          </a:prstGeom>
          <a:solidFill>
            <a:srgbClr val="0D7A5F">
              <a:alpha val="25000"/>
            </a:srgbClr>
          </a:solidFill>
          <a:ln w="12700">
            <a:solidFill>
              <a:srgbClr val="0D7A5F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365760"/>
            <a:ext cx="2926080" cy="2926080"/>
          </a:xfrm>
          <a:prstGeom prst="ellipse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>
                <a:alpha val="15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7589520" y="457200"/>
            <a:ext cx="1188720" cy="1188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9144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MALARIA INNOVATION HACKATHON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20040" y="1325880"/>
            <a:ext cx="7772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MalariaDx</a:t>
            </a:r>
            <a:endParaRPr lang="en-US" sz="6200" dirty="0"/>
          </a:p>
        </p:txBody>
      </p:sp>
      <p:sp>
        <p:nvSpPr>
          <p:cNvPr id="8" name="Text 5"/>
          <p:cNvSpPr/>
          <p:nvPr/>
        </p:nvSpPr>
        <p:spPr>
          <a:xfrm>
            <a:off x="320040" y="2377440"/>
            <a:ext cx="6858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Malaria Screening</a:t>
            </a: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Hospital Guidance System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20040" y="3429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TEAM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AI and Healthcare Access in Africa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3D2E"/>
          </a:solidFill>
          <a:ln w="12700">
            <a:solidFill>
              <a:srgbClr val="0A3D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82880"/>
            <a:ext cx="64008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0040" y="1188720"/>
            <a:ext cx="2651760" cy="1371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320040" y="118872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600K+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320040" y="19659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deaths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globally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46120" y="1188720"/>
            <a:ext cx="2651760" cy="1371600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246120" y="118872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3246120" y="19659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delayed 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misdiagnosed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72200" y="1188720"/>
            <a:ext cx="2651760" cy="1371600"/>
          </a:xfrm>
          <a:prstGeom prst="rect">
            <a:avLst/>
          </a:prstGeom>
          <a:solidFill>
            <a:srgbClr val="0A3D2E"/>
          </a:solidFill>
          <a:ln w="12700">
            <a:solidFill>
              <a:srgbClr val="0A3D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172200" y="118872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6172200" y="19659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Occur in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sub-Saharan Africa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0040" y="2697480"/>
            <a:ext cx="4160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040" y="2697480"/>
            <a:ext cx="73152" cy="2194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45770" y="2740153"/>
            <a:ext cx="565784" cy="565784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4" y="2828162"/>
            <a:ext cx="385953" cy="38595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216152" y="2761488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 Are Ambiguous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02920" y="3273552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Fever, dizziness, and vomiting overlap with many diseases. Patients cannot self-diagnose reliably, leading to dangerous delays in seeking malaria-specific care.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4846320" y="2697480"/>
            <a:ext cx="4160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846320" y="2697480"/>
            <a:ext cx="73152" cy="2194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002909" y="2761486"/>
            <a:ext cx="534925" cy="534925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158" y="2814066"/>
            <a:ext cx="402336" cy="40233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742432" y="2761488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Centers Are Hard to Find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5029200" y="3273552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in rural and peri-urban areas are often unaware of nearby clinics. Without guidance, high-risk individuals never reach appropriate treatment.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1371600"/>
            <a:ext cx="4572000" cy="4572000"/>
          </a:xfrm>
          <a:prstGeom prst="ellipse">
            <a:avLst/>
          </a:prstGeom>
          <a:solidFill>
            <a:srgbClr val="0D7A5F">
              <a:alpha val="18000"/>
            </a:srgbClr>
          </a:solidFill>
          <a:ln w="12700">
            <a:solidFill>
              <a:srgbClr val="0D7A5F">
                <a:alpha val="1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0040" y="73152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MalariaDx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20040" y="1600200"/>
            <a:ext cx="5669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intelligent, lightweight web platform that empowers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to screen for malaria instantly and find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treatment — no lab visit required.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20040" y="2642616"/>
            <a:ext cx="566928" cy="5669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429" y="2669286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26060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Symptom Screening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005840" y="29260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symptoms like fever, chills, vomiting. Get instant malaria risk: Low, Medium, or High.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" y="3438144"/>
            <a:ext cx="566928" cy="5669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429" y="3502914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05840" y="340156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Locator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005840" y="372160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location services direct high-risk patients to the nearest treatment center.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20040" y="4233672"/>
            <a:ext cx="566928" cy="5669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429" y="4298442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05840" y="419709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Mobile-Friendly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1005840" y="4517136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web app works on smartphones and low-cost devices — no special hardware needed.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3D2E"/>
          </a:solidFill>
          <a:ln w="12700">
            <a:solidFill>
              <a:srgbClr val="0A3D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188720"/>
            <a:ext cx="1554480" cy="2606040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2344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28600" y="19202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" y="2514600"/>
            <a:ext cx="15544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MalariaDx on any smartphone or browser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10512" y="2423160"/>
            <a:ext cx="109728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64792" y="2304288"/>
            <a:ext cx="201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947672" y="1188720"/>
            <a:ext cx="1554480" cy="2606040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947672" y="12344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947672" y="19202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Symptoms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47672" y="2514600"/>
            <a:ext cx="15544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fever, chills, vomiting &amp; demographic info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29584" y="2423160"/>
            <a:ext cx="109728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83864" y="2304288"/>
            <a:ext cx="201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66744" y="1188720"/>
            <a:ext cx="1554480" cy="2606040"/>
          </a:xfrm>
          <a:prstGeom prst="rect">
            <a:avLst/>
          </a:prstGeom>
          <a:solidFill>
            <a:srgbClr val="0A3D2E"/>
          </a:solidFill>
          <a:ln w="12700">
            <a:solidFill>
              <a:srgbClr val="0A3D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66744" y="12344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666744" y="19202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66744" y="2514600"/>
            <a:ext cx="15544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model processes symptom pattern in real-time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248656" y="2423160"/>
            <a:ext cx="109728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02936" y="2304288"/>
            <a:ext cx="201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385816" y="1188720"/>
            <a:ext cx="1554480" cy="2606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85816" y="12344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385816" y="19202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85816" y="2514600"/>
            <a:ext cx="15544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prediction: Low / Medium / High risk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967728" y="2423160"/>
            <a:ext cx="109728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22008" y="2304288"/>
            <a:ext cx="201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7104888" y="1188720"/>
            <a:ext cx="1554480" cy="2606040"/>
          </a:xfrm>
          <a:prstGeom prst="rect">
            <a:avLst/>
          </a:prstGeom>
          <a:solidFill>
            <a:srgbClr val="157A4A"/>
          </a:solidFill>
          <a:ln w="12700">
            <a:solidFill>
              <a:srgbClr val="157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104888" y="12344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7104888" y="19202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104888" y="2514600"/>
            <a:ext cx="15544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users see nearest hospitals on a map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3977640"/>
            <a:ext cx="8503920" cy="868680"/>
          </a:xfrm>
          <a:prstGeom prst="rect">
            <a:avLst/>
          </a:prstGeom>
          <a:solidFill>
            <a:srgbClr val="0A3D2E"/>
          </a:solidFill>
          <a:ln w="12700">
            <a:solidFill>
              <a:srgbClr val="0A3D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" y="3977640"/>
            <a:ext cx="91440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397764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bridges the gap between symptom awareness and actual treatment — in under 60 seconds.</a:t>
            </a:r>
            <a:endParaRPr lang="en-US" sz="13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D7A5F">
              <a:alpha val="15000"/>
            </a:srgbClr>
          </a:solidFill>
          <a:ln w="12700">
            <a:solidFill>
              <a:srgbClr val="0D7A5F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0040" y="73152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MalariaDx in Action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320040" y="1737360"/>
            <a:ext cx="2743200" cy="3063240"/>
          </a:xfrm>
          <a:prstGeom prst="rect">
            <a:avLst/>
          </a:prstGeom>
          <a:solidFill>
            <a:srgbClr val="0D2B23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25880" y="1874520"/>
            <a:ext cx="731520" cy="7315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374" y="1997582"/>
            <a:ext cx="498729" cy="49872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2743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Symptom Input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324612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fever, chills, vomiting, age and demographic info through a clean, intuitive form.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46120" y="1737360"/>
            <a:ext cx="2743200" cy="3063240"/>
          </a:xfrm>
          <a:prstGeom prst="rect">
            <a:avLst/>
          </a:prstGeom>
          <a:solidFill>
            <a:srgbClr val="0D2B23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51960" y="1874520"/>
            <a:ext cx="731520" cy="7315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4637" y="1948815"/>
            <a:ext cx="576072" cy="5760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46120" y="2743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Risk Prediction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383280" y="324612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click. The AI model returns Low / Medium / High malaria risk with confidence score.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72200" y="1737360"/>
            <a:ext cx="2743200" cy="3063240"/>
          </a:xfrm>
          <a:prstGeom prst="rect">
            <a:avLst/>
          </a:prstGeom>
          <a:solidFill>
            <a:srgbClr val="0D2B23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178040" y="1874520"/>
            <a:ext cx="731520" cy="7315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0717" y="1958340"/>
            <a:ext cx="576072" cy="5760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72200" y="2743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Hospital Finder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309360" y="324612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patients instantly see a map of nearby treatment centers with directions.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2219325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malaria-dx.streamlit.app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3D2E"/>
          </a:solidFill>
          <a:ln w="12700">
            <a:solidFill>
              <a:srgbClr val="0A3D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DATA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64592"/>
            <a:ext cx="621792" cy="62179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0040" y="1188720"/>
            <a:ext cx="5029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20040" y="1188720"/>
            <a:ext cx="73152" cy="960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2344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157276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symptom &amp; demographic data with class imbalance handling (SMOTE)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0040" y="2286000"/>
            <a:ext cx="5029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" y="2286000"/>
            <a:ext cx="73152" cy="960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23317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Evaluated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267004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Classifier, XGBoost Classifier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0040" y="3383280"/>
            <a:ext cx="5029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0040" y="3383280"/>
            <a:ext cx="73152" cy="960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34290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48640" y="376732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/ RandomizedSearchCV with F2 scoring &amp; threshold sweeping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623560" y="1188720"/>
            <a:ext cx="3200400" cy="960120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623560" y="1207008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98.46%</a:t>
            </a:r>
            <a:endParaRPr lang="en-US" sz="3800" dirty="0"/>
          </a:p>
        </p:txBody>
      </p:sp>
      <p:sp>
        <p:nvSpPr>
          <p:cNvPr id="19" name="Text 16"/>
          <p:cNvSpPr/>
          <p:nvPr/>
        </p:nvSpPr>
        <p:spPr>
          <a:xfrm>
            <a:off x="5623560" y="18105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623560" y="2286000"/>
            <a:ext cx="3200400" cy="960120"/>
          </a:xfrm>
          <a:prstGeom prst="rect">
            <a:avLst/>
          </a:prstGeom>
          <a:solidFill>
            <a:srgbClr val="0A3D2E"/>
          </a:solidFill>
          <a:ln w="12700">
            <a:solidFill>
              <a:srgbClr val="0A3D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5623560" y="2304288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3800" dirty="0"/>
          </a:p>
        </p:txBody>
      </p:sp>
      <p:sp>
        <p:nvSpPr>
          <p:cNvPr id="22" name="Text 19"/>
          <p:cNvSpPr/>
          <p:nvPr/>
        </p:nvSpPr>
        <p:spPr>
          <a:xfrm>
            <a:off x="5623560" y="29077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(malaria+)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623560" y="3383280"/>
            <a:ext cx="3200400" cy="960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5623560" y="3401568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</a:t>
            </a:r>
            <a:endParaRPr lang="en-US" sz="3800" dirty="0"/>
          </a:p>
        </p:txBody>
      </p:sp>
      <p:sp>
        <p:nvSpPr>
          <p:cNvPr id="25" name="Text 22"/>
          <p:cNvSpPr/>
          <p:nvPr/>
        </p:nvSpPr>
        <p:spPr>
          <a:xfrm>
            <a:off x="5623560" y="40050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 XGBoost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20040" y="4526280"/>
            <a:ext cx="8503920" cy="411480"/>
          </a:xfrm>
          <a:prstGeom prst="rect">
            <a:avLst/>
          </a:prstGeom>
          <a:solidFill>
            <a:srgbClr val="0A3D2E"/>
          </a:solidFill>
          <a:ln w="12700">
            <a:solidFill>
              <a:srgbClr val="0A3D2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00" y="452628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for high recall — minimizing missed malaria cases is the top priority.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0D7A5F">
              <a:alpha val="20000"/>
            </a:srgbClr>
          </a:solidFill>
          <a:ln w="12700">
            <a:solidFill>
              <a:srgbClr val="0D7A5F">
                <a:alpha val="2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FUTURE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Healthier </a:t>
            </a:r>
            <a:r>
              <a:rPr lang="en-US" sz="3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20040" y="150876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Impact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201168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429" y="205816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920240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screening for patients in malaria-endemic regions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0040" y="292608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954" y="2963037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60120" y="2834640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treatment access — especially for rural communities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274320" y="3794760"/>
            <a:ext cx="548640" cy="5486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429" y="3877437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0120" y="3749040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health workers and rural clinics with limited diagnostics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5029200" y="1508760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029200" y="1920240"/>
            <a:ext cx="3749040" cy="749808"/>
          </a:xfrm>
          <a:prstGeom prst="rect">
            <a:avLst/>
          </a:prstGeom>
          <a:solidFill>
            <a:srgbClr val="0D2B23"/>
          </a:solidFill>
          <a:ln w="12700">
            <a:solidFill>
              <a:srgbClr val="0D7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5138928" y="2039112"/>
            <a:ext cx="502920" cy="502920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2936" y="2095119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742432" y="1975104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Microscope Image AI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5742432" y="22860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slide-based malaria detection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5029200" y="2834640"/>
            <a:ext cx="3749040" cy="749808"/>
          </a:xfrm>
          <a:prstGeom prst="rect">
            <a:avLst/>
          </a:prstGeom>
          <a:solidFill>
            <a:srgbClr val="0D2B23"/>
          </a:solidFill>
          <a:ln w="12700">
            <a:solidFill>
              <a:srgbClr val="0D7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5138928" y="2953512"/>
            <a:ext cx="502920" cy="502920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02936" y="3019044"/>
            <a:ext cx="384048" cy="38404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742432" y="2889504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Mobile App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5742432" y="32004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app for zero-connectivity environments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5029200" y="3749040"/>
            <a:ext cx="3749040" cy="749808"/>
          </a:xfrm>
          <a:prstGeom prst="rect">
            <a:avLst/>
          </a:prstGeom>
          <a:solidFill>
            <a:srgbClr val="0D2B23"/>
          </a:solidFill>
          <a:ln w="12700">
            <a:solidFill>
              <a:srgbClr val="0D7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5138928" y="3849624"/>
            <a:ext cx="521208" cy="521208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21986" y="3933444"/>
            <a:ext cx="384048" cy="38404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742432" y="3803904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System Integration</a:t>
            </a:r>
            <a:endParaRPr lang="en-US" sz="1200" dirty="0"/>
          </a:p>
        </p:txBody>
      </p:sp>
      <p:sp>
        <p:nvSpPr>
          <p:cNvPr id="30" name="Text 22"/>
          <p:cNvSpPr/>
          <p:nvPr/>
        </p:nvSpPr>
        <p:spPr>
          <a:xfrm>
            <a:off x="5742432" y="41148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feeds for public health surveillance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274320" y="4832604"/>
            <a:ext cx="8595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Malaria is treatable — but only if detected early. MalariaDx makes that possible for everyone.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471</Words>
  <Application>Microsoft Office PowerPoint</Application>
  <PresentationFormat>On-screen Show (16:9)</PresentationFormat>
  <Paragraphs>96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MalariaDx — AI-Powered Malaria Screening</dc:title>
  <dc:subject>PptxGenJS Presentation</dc:subject>
  <dc:creator>PptxGenJS</dc:creator>
  <cp:lastModifiedBy>Umazayi Success</cp:lastModifiedBy>
  <cp:revision>3</cp:revision>
  <dcterms:created xsi:type="dcterms:W3CDTF">2026-04-16T20:13:12Z</dcterms:created>
  <dcterms:modified xsi:type="dcterms:W3CDTF">2026-04-16T21:44:41Z</dcterms:modified>
</cp:coreProperties>
</file>